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4572000" cy="457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59" autoAdjust="0"/>
    <p:restoredTop sz="94660"/>
  </p:normalViewPr>
  <p:slideViewPr>
    <p:cSldViewPr snapToGrid="0">
      <p:cViewPr varScale="1">
        <p:scale>
          <a:sx n="214" d="100"/>
          <a:sy n="214" d="100"/>
        </p:scale>
        <p:origin x="3828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748242"/>
            <a:ext cx="38862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410AF-873A-4F4E-953B-A408A644EC21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AC9DB-74B6-4AC3-86A6-8A48F4D7B3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28080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410AF-873A-4F4E-953B-A408A644EC21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AC9DB-74B6-4AC3-86A6-8A48F4D7B3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9619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944" y="1139826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944" y="3059643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82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410AF-873A-4F4E-953B-A408A644EC21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AC9DB-74B6-4AC3-86A6-8A48F4D7B3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1449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410AF-873A-4F4E-953B-A408A644EC21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AC9DB-74B6-4AC3-86A6-8A48F4D7B3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3021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243418"/>
            <a:ext cx="3943350" cy="88370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921" y="1120775"/>
            <a:ext cx="1934170" cy="549275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4921" y="1670050"/>
            <a:ext cx="1934170" cy="245639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14575" y="1120775"/>
            <a:ext cx="1943696" cy="549275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14575" y="1670050"/>
            <a:ext cx="1943696" cy="245639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410AF-873A-4F4E-953B-A408A644EC21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AC9DB-74B6-4AC3-86A6-8A48F4D7B3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2021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410AF-873A-4F4E-953B-A408A644EC21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AC9DB-74B6-4AC3-86A6-8A48F4D7B3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5682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410AF-873A-4F4E-953B-A408A644EC21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AC9DB-74B6-4AC3-86A6-8A48F4D7B3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6819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474589" cy="1066800"/>
          </a:xfrm>
        </p:spPr>
        <p:txBody>
          <a:bodyPr anchor="b"/>
          <a:lstStyle>
            <a:lvl1pPr>
              <a:defRPr sz="1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3695" y="658285"/>
            <a:ext cx="2314575" cy="3249083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474589" cy="2541059"/>
          </a:xfrm>
        </p:spPr>
        <p:txBody>
          <a:bodyPr/>
          <a:lstStyle>
            <a:lvl1pPr marL="0" indent="0">
              <a:buNone/>
              <a:defRPr sz="8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410AF-873A-4F4E-953B-A408A644EC21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AC9DB-74B6-4AC3-86A6-8A48F4D7B3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3917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474589" cy="1066800"/>
          </a:xfrm>
        </p:spPr>
        <p:txBody>
          <a:bodyPr anchor="b"/>
          <a:lstStyle>
            <a:lvl1pPr>
              <a:defRPr sz="1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3695" y="658285"/>
            <a:ext cx="2314575" cy="3249083"/>
          </a:xfrm>
        </p:spPr>
        <p:txBody>
          <a:bodyPr anchor="t"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474589" cy="2541059"/>
          </a:xfrm>
        </p:spPr>
        <p:txBody>
          <a:bodyPr/>
          <a:lstStyle>
            <a:lvl1pPr marL="0" indent="0">
              <a:buNone/>
              <a:defRPr sz="8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410AF-873A-4F4E-953B-A408A644EC21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AC9DB-74B6-4AC3-86A6-8A48F4D7B3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8933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410AF-873A-4F4E-953B-A408A644EC21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AC9DB-74B6-4AC3-86A6-8A48F4D7B3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8915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410AF-873A-4F4E-953B-A408A644EC21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AC9DB-74B6-4AC3-86A6-8A48F4D7B3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3414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4325" y="243418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14325" y="4237568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F410AF-873A-4F4E-953B-A408A644EC21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14475" y="4237568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28975" y="4237568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CAC9DB-74B6-4AC3-86A6-8A48F4D7B3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8235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57200" rtl="0" eaLnBrk="1" latinLnBrk="1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1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1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1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1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1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1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1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1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1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1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1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1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1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1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1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1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자유형: 도형 69">
            <a:extLst>
              <a:ext uri="{FF2B5EF4-FFF2-40B4-BE49-F238E27FC236}">
                <a16:creationId xmlns:a16="http://schemas.microsoft.com/office/drawing/2014/main" id="{6D134FAD-FDF4-4D03-A050-66D0CB31EE73}"/>
              </a:ext>
            </a:extLst>
          </p:cNvPr>
          <p:cNvSpPr/>
          <p:nvPr/>
        </p:nvSpPr>
        <p:spPr>
          <a:xfrm rot="5400000" flipH="1">
            <a:off x="71390" y="151329"/>
            <a:ext cx="2218988" cy="1916328"/>
          </a:xfrm>
          <a:custGeom>
            <a:avLst/>
            <a:gdLst>
              <a:gd name="csX0" fmla="*/ 2218988 w 2218988"/>
              <a:gd name="csY0" fmla="*/ 0 h 1916328"/>
              <a:gd name="csX1" fmla="*/ 808793 w 2218988"/>
              <a:gd name="csY1" fmla="*/ 0 h 1916328"/>
              <a:gd name="csX2" fmla="*/ 0 w 2218988"/>
              <a:gd name="csY2" fmla="*/ 1023795 h 1916328"/>
              <a:gd name="csX3" fmla="*/ 705097 w 2218988"/>
              <a:gd name="csY3" fmla="*/ 1916328 h 19163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218988" h="1916328">
                <a:moveTo>
                  <a:pt x="2218988" y="0"/>
                </a:moveTo>
                <a:lnTo>
                  <a:pt x="808793" y="0"/>
                </a:lnTo>
                <a:lnTo>
                  <a:pt x="0" y="1023795"/>
                </a:lnTo>
                <a:lnTo>
                  <a:pt x="705097" y="191632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9" name="자유형: 도형 68">
            <a:extLst>
              <a:ext uri="{FF2B5EF4-FFF2-40B4-BE49-F238E27FC236}">
                <a16:creationId xmlns:a16="http://schemas.microsoft.com/office/drawing/2014/main" id="{612BEE8A-2AA2-AD2A-3030-D8E229528D66}"/>
              </a:ext>
            </a:extLst>
          </p:cNvPr>
          <p:cNvSpPr/>
          <p:nvPr/>
        </p:nvSpPr>
        <p:spPr>
          <a:xfrm rot="16200000">
            <a:off x="2327141" y="104335"/>
            <a:ext cx="2218989" cy="2010319"/>
          </a:xfrm>
          <a:custGeom>
            <a:avLst/>
            <a:gdLst>
              <a:gd name="csX0" fmla="*/ 2218989 w 2218989"/>
              <a:gd name="csY0" fmla="*/ 0 h 2010319"/>
              <a:gd name="csX1" fmla="*/ 705098 w 2218989"/>
              <a:gd name="csY1" fmla="*/ 2010319 h 2010319"/>
              <a:gd name="csX2" fmla="*/ 0 w 2218989"/>
              <a:gd name="csY2" fmla="*/ 1074010 h 2010319"/>
              <a:gd name="csX3" fmla="*/ 808794 w 2218989"/>
              <a:gd name="csY3" fmla="*/ 0 h 20103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218989" h="2010319">
                <a:moveTo>
                  <a:pt x="2218989" y="0"/>
                </a:moveTo>
                <a:lnTo>
                  <a:pt x="705098" y="2010319"/>
                </a:lnTo>
                <a:lnTo>
                  <a:pt x="0" y="1074010"/>
                </a:lnTo>
                <a:lnTo>
                  <a:pt x="808794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8" name="자유형: 도형 37">
            <a:extLst>
              <a:ext uri="{FF2B5EF4-FFF2-40B4-BE49-F238E27FC236}">
                <a16:creationId xmlns:a16="http://schemas.microsoft.com/office/drawing/2014/main" id="{C579D83E-FF7A-9B68-1F62-823F3738E386}"/>
              </a:ext>
            </a:extLst>
          </p:cNvPr>
          <p:cNvSpPr/>
          <p:nvPr/>
        </p:nvSpPr>
        <p:spPr>
          <a:xfrm rot="16200000" flipH="1" flipV="1">
            <a:off x="-646829" y="2368753"/>
            <a:ext cx="2849327" cy="1555667"/>
          </a:xfrm>
          <a:custGeom>
            <a:avLst/>
            <a:gdLst>
              <a:gd name="csX0" fmla="*/ 0 w 2849327"/>
              <a:gd name="csY0" fmla="*/ 1555667 h 1555667"/>
              <a:gd name="csX1" fmla="*/ 1171511 w 2849327"/>
              <a:gd name="csY1" fmla="*/ 0 h 1555667"/>
              <a:gd name="csX2" fmla="*/ 2849327 w 2849327"/>
              <a:gd name="csY2" fmla="*/ 0 h 1555667"/>
              <a:gd name="csX3" fmla="*/ 1677816 w 2849327"/>
              <a:gd name="csY3" fmla="*/ 1555667 h 15556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849327" h="1555667">
                <a:moveTo>
                  <a:pt x="0" y="1555667"/>
                </a:moveTo>
                <a:lnTo>
                  <a:pt x="1171511" y="0"/>
                </a:lnTo>
                <a:lnTo>
                  <a:pt x="2849327" y="0"/>
                </a:lnTo>
                <a:lnTo>
                  <a:pt x="1677816" y="1555667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9" name="자유형: 도형 38">
            <a:extLst>
              <a:ext uri="{FF2B5EF4-FFF2-40B4-BE49-F238E27FC236}">
                <a16:creationId xmlns:a16="http://schemas.microsoft.com/office/drawing/2014/main" id="{6F1E859F-69B1-2E81-3E0C-20DB404BDBEE}"/>
              </a:ext>
            </a:extLst>
          </p:cNvPr>
          <p:cNvSpPr/>
          <p:nvPr/>
        </p:nvSpPr>
        <p:spPr>
          <a:xfrm rot="5400000" flipV="1">
            <a:off x="2369501" y="2368753"/>
            <a:ext cx="2849328" cy="1555669"/>
          </a:xfrm>
          <a:custGeom>
            <a:avLst/>
            <a:gdLst>
              <a:gd name="csX0" fmla="*/ 0 w 2849328"/>
              <a:gd name="csY0" fmla="*/ 1555669 h 1555669"/>
              <a:gd name="csX1" fmla="*/ 1677816 w 2849328"/>
              <a:gd name="csY1" fmla="*/ 1555669 h 1555669"/>
              <a:gd name="csX2" fmla="*/ 2849328 w 2849328"/>
              <a:gd name="csY2" fmla="*/ 0 h 1555669"/>
              <a:gd name="csX3" fmla="*/ 1171512 w 2849328"/>
              <a:gd name="csY3" fmla="*/ 1 h 15556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849328" h="1555669">
                <a:moveTo>
                  <a:pt x="0" y="1555669"/>
                </a:moveTo>
                <a:lnTo>
                  <a:pt x="1677816" y="1555669"/>
                </a:lnTo>
                <a:lnTo>
                  <a:pt x="2849328" y="0"/>
                </a:lnTo>
                <a:lnTo>
                  <a:pt x="1171512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46929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74</TotalTime>
  <Words>0</Words>
  <Application>Microsoft Office PowerPoint</Application>
  <PresentationFormat>사용자 지정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Jaeho Jung</dc:creator>
  <cp:lastModifiedBy>Jaeho Jung</cp:lastModifiedBy>
  <cp:revision>1</cp:revision>
  <dcterms:created xsi:type="dcterms:W3CDTF">2026-02-11T04:51:49Z</dcterms:created>
  <dcterms:modified xsi:type="dcterms:W3CDTF">2026-02-11T06:06:19Z</dcterms:modified>
</cp:coreProperties>
</file>